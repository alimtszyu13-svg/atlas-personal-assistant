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у класса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урока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Повторить закон Ома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Домашнее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Задачи 1–5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